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9A227"/>
                </a:solidFill>
              </a:rPr>
              <a:t>HITCH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774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AABB"/>
                </a:solidFill>
              </a:rPr>
              <a:t>RENT  ·  A  ·  CAR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71800"/>
            <a:ext cx="3474720" cy="2743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1089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99"/>
                </a:solidFill>
              </a:rPr>
              <a:t>Assignment 3  —  Mobile Application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661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77788"/>
                </a:solidFill>
              </a:rPr>
              <a:t>Spring 2026  |  8th Semester  |  Indus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4630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9202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1C2E"/>
                </a:solidFill>
              </a:rPr>
              <a:t>Ahzam Yousuf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423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227"/>
                </a:solidFill>
              </a:rPr>
              <a:t>954-2022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9718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1C2E"/>
                </a:solidFill>
              </a:rPr>
              <a:t>Shahroz Ashrafi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4747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227"/>
                </a:solidFill>
              </a:rPr>
              <a:t>991-2022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0233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1C2E"/>
                </a:solidFill>
              </a:rPr>
              <a:t>Uzair Raza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5262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227"/>
                </a:solidFill>
              </a:rPr>
              <a:t>1028-2022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53035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66"/>
                </a:solidFill>
              </a:rPr>
              <a:t>Muhammad Khawaja Hassan Nizami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623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Instructor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1C2E"/>
                </a:solidFill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6"/>
                </a:solidFill>
              </a:rPr>
              <a:t>Hitch Rent A Car is a mobile application that allows users to browse, book, and manage car rentals directly from their smartphones. Designed as a complete end-to-end rental solution, it connects users with a live vehicle fleet through a clean, professional interface.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3657600" cy="347472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C1C2E"/>
                </a:solidFill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97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1C2E"/>
                </a:solidFill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66"/>
                </a:solidFill>
              </a:rPr>
              <a:t>Simplify the car rental process
for everyday users with a fast,
paperless booking experience.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468880"/>
            <a:ext cx="3657600" cy="347472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606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C1C2E"/>
                </a:solidFill>
              </a:rP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697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1C2E"/>
                </a:solidFill>
              </a:rPr>
              <a:t>Target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24612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66"/>
                </a:solidFill>
              </a:rPr>
              <a:t>Students, professionals, and
travellers who need short-term
vehicle access.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468880"/>
            <a:ext cx="3657600" cy="347472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606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C1C2E"/>
                </a:solidFill>
              </a:rP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697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1C2E"/>
                </a:solidFill>
              </a:rPr>
              <a:t>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24612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66"/>
                </a:solidFill>
              </a:rPr>
              <a:t>React Native (Expo Go)
Runs on Android &amp; iOS
over WiFi — no build required.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1C2E"/>
                </a:solidFill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394960" cy="150876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64008" cy="1508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904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1C2E"/>
                </a:solidFill>
              </a:rPr>
              <a:t>React Native  +  Expo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92807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</a:rPr>
              <a:t>Cross-platform mobile framework. Expo SDK 54 enables rapid development and testing via Expo Go on physical devices without any build step.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394960" cy="150876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64008" cy="1508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904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1C2E"/>
                </a:solidFill>
              </a:rPr>
              <a:t>Expo 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92807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</a:rPr>
              <a:t>File-based navigation. Screens are organised into auth and app route groups with nested tab and stack navigators for smooth user flow.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394960" cy="150876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64008" cy="1508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1821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1C2E"/>
                </a:solidFill>
              </a:rPr>
              <a:t>Supabase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584448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</a:rPr>
              <a:t>Backend-as-a-Service providing PostgreSQL database, REST API, and built-in authentication. Stores users, cars, bookings, and feedback.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017520"/>
            <a:ext cx="5394960" cy="150876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017520"/>
            <a:ext cx="64008" cy="1508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1821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1C2E"/>
                </a:solidFill>
              </a:rPr>
              <a:t>expo-notifications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84448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</a:rPr>
              <a:t>Local push notifications for booking confirmations and scheduled rental reminders, triggered directly within the app.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09160"/>
            <a:ext cx="5394960" cy="150876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709160"/>
            <a:ext cx="64008" cy="1508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8737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1C2E"/>
                </a:solidFill>
              </a:rPr>
              <a:t>AsyncStorage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276088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</a:rPr>
              <a:t>On-device key-value storage used for session persistence, analytics event logging, and privacy consent tracking.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709160"/>
            <a:ext cx="5394960" cy="150876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709160"/>
            <a:ext cx="64008" cy="1508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8737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1C2E"/>
                </a:solidFill>
              </a:rPr>
              <a:t>TypeScript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276088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</a:rPr>
              <a:t>Strictly typed codebase throughout, reducing runtime errors and improving code maintainability across all screens and utilities.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1C2E"/>
                </a:solidFill>
              </a:rPr>
              <a:t>Core App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8872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394960" cy="160020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3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1C2E"/>
                </a:solidFill>
              </a:rPr>
              <a:t>🔐 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• Supabase email &amp; password sign-up / sign-in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219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• Session persistence across app restarts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237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• Protected routes — unauthenticated users redirected to login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5394960" cy="160020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3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1C2E"/>
                </a:solidFill>
              </a:rPr>
              <a:t>🚗  Car Browsing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• Live fleet fetched from Supabase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219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• Filter by Budget, Standard, or Luxury 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237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• Availability badge (Available / Engaged) on each card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63239"/>
            <a:ext cx="5394960" cy="160020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0039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1C2E"/>
                </a:solidFill>
              </a:rPr>
              <a:t>📅  Booking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5759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• Date selection with format validation (YYYY-MM-DD)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59351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• Auto-calculated duration and total price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61103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• Booking stored in database with Confirmed 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063239"/>
            <a:ext cx="5394960" cy="160020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20039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1C2E"/>
                </a:solidFill>
              </a:rPr>
              <a:t>📋  Booking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65759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• Full booking history sorted by 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59351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• Status tracking: Confirmed / Pending / Cancelled / Completed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61103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• Cancel option available for active bookings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800600"/>
            <a:ext cx="5394960" cy="160020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937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1C2E"/>
                </a:solidFill>
              </a:rPr>
              <a:t>👤  User Profile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3949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• Editable display name synced to Supabase Auth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6967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• Stats card: total bookings and total amount spent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984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• App analytics summary with action counts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800600"/>
            <a:ext cx="5394960" cy="160020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937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1C2E"/>
                </a:solidFill>
              </a:rPr>
              <a:t>💬  Feedback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3949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• Submit written feedback linked to a specific car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6967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• Car selector modal shows all available vehicles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9984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• Character counter on the message input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1C2E"/>
                </a:solidFill>
              </a:rPr>
              <a:t>Assignment 3 — Enhancements Implemented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3657600" cy="160020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347472" cy="34747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9903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41732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2E"/>
                </a:solidFill>
              </a:rPr>
              <a:t>Bottom Tab Navigation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92808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Home, Bookings, Help &amp; Profile tabs with gold/dark theme bar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3657600" cy="160020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417320"/>
            <a:ext cx="347472" cy="34747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39903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41732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2E"/>
                </a:solidFill>
              </a:rPr>
              <a:t>Help &amp; Support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892808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FAQ accordion + simulated keyword-based chat assistant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234440"/>
            <a:ext cx="3657600" cy="160020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1417320"/>
            <a:ext cx="347472" cy="34747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39903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41732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2E"/>
                </a:solidFill>
              </a:rPr>
              <a:t>Accessibility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892808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accessibilityRole, accessibilityLabel &amp; accessibilityHint on all interactive elements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17520"/>
            <a:ext cx="3657600" cy="160020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200400"/>
            <a:ext cx="347472" cy="34747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18211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20040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2E"/>
                </a:solidFill>
              </a:rPr>
              <a:t>Responsive / Adaptive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675887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Orientation unlocked; hero image scales with screen width via useWindowDimensions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017520"/>
            <a:ext cx="3657600" cy="160020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60" y="3200400"/>
            <a:ext cx="347472" cy="34747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318211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20040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2E"/>
                </a:solidFill>
              </a:rPr>
              <a:t>Performance &amp; Feedback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675887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ActivityIndicator spinners, success/error Alerts, disabled states on buttons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017520"/>
            <a:ext cx="3657600" cy="160020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66760" y="3200400"/>
            <a:ext cx="347472" cy="34747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318211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320040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2E"/>
                </a:solidFill>
              </a:rPr>
              <a:t>Navigation Architecture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3675887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Nested Stack + Tabs structure with logical, intuitive screen flow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800600"/>
            <a:ext cx="3657600" cy="160020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" y="4983480"/>
            <a:ext cx="347472" cy="34747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96519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498348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2E"/>
                </a:solidFill>
              </a:rPr>
              <a:t>Analytics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458968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Local event tracking (AsyncStorage) for screen views, bookings, logins — displayed in Profile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43400" y="4800600"/>
            <a:ext cx="3657600" cy="160020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80560" y="4983480"/>
            <a:ext cx="347472" cy="34747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0560" y="496519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0" y="498348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2E"/>
                </a:solidFill>
              </a:rPr>
              <a:t>Notifications &amp; Reminders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5458968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Immediate booking confirmation + scheduled day-before rental reminder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4800600"/>
            <a:ext cx="3657600" cy="160020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66760" y="4983480"/>
            <a:ext cx="347472" cy="34747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66760" y="496519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23960" y="498348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2E"/>
                </a:solidFill>
              </a:rPr>
              <a:t>Security &amp; Privacy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5458968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Supabase Auth, AsyncStorage session, Privacy Policy screen with first-launch consent gate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1C2E"/>
                </a:solidFill>
              </a:rPr>
              <a:t>App Screens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229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394960" cy="123444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4864" cy="1234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71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2E"/>
                </a:solidFill>
              </a:rPr>
              <a:t>Splash Screen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5-second animated intro with HITCH logo fade-in, decorative gold lines, team credits, and a loading progress bar. Checks session before redirecting.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587752"/>
            <a:ext cx="5394960" cy="123444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587752"/>
            <a:ext cx="54864" cy="1234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7249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2E"/>
                </a:solidFill>
              </a:rPr>
              <a:t>Login / 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3090672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Email &amp; password forms with validation, error Alerts, and loading indicators. Registration inserts user record into the database.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41064"/>
            <a:ext cx="5394960" cy="123444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41064"/>
            <a:ext cx="54864" cy="1234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0782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2E"/>
                </a:solidFill>
              </a:rPr>
              <a:t>Home (Tab 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443984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Car fleet list with category filter modal (Budget / Standard / Luxury) and chip selectors. Each card shows image, name, price, and availability.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5294375"/>
            <a:ext cx="5394960" cy="123444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5294375"/>
            <a:ext cx="54864" cy="1234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54315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2E"/>
                </a:solidFill>
              </a:rPr>
              <a:t>My Bookings (Tab 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5797295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Booking history sorted by date. Each card shows car, status badge, pick-up / return dates, duration chip, total price, and a Cancel option.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1234440"/>
            <a:ext cx="5394960" cy="123444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1234440"/>
            <a:ext cx="54864" cy="1234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1371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2E"/>
                </a:solidFill>
              </a:rPr>
              <a:t>Help (Tab 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1737360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FAQ accordion with 6 common questions, a simulated chat assistant with keyword-based replies, and a contact information card.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587752"/>
            <a:ext cx="5394960" cy="123444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587752"/>
            <a:ext cx="54864" cy="1234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27249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2E"/>
                </a:solidFill>
              </a:rPr>
              <a:t>Profile (Tab 4)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090672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Editable display name, booking stats, live App Stats analytics card, Privacy Policy link, and Sign Out button.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941064"/>
            <a:ext cx="5394960" cy="123444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941064"/>
            <a:ext cx="54864" cy="1234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0782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2E"/>
                </a:solidFill>
              </a:rPr>
              <a:t>Car Details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443984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Hero image, availability badge, daily rate, specs grid, and a fixed BOOK NOW footer button. Hero scales dynamically on orientation change.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294375"/>
            <a:ext cx="5394960" cy="123444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5294375"/>
            <a:ext cx="54864" cy="1234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54315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2E"/>
                </a:solidFill>
              </a:rPr>
              <a:t>Privacy Policy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5797295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Full privacy policy text shown on first login. User must tap I Agree &amp; Continue to proceed. Consent stored in AsyncStorage.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1C2E"/>
                </a:solidFill>
              </a:rPr>
              <a:t>Database Schema  (Supabase / PostgreSQL)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92024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2606040" cy="41148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618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</a:rPr>
              <a:t>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2606040" cy="41148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691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id  (UUID, Primary Key)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75688"/>
            <a:ext cx="2606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12140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name  (text)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05456"/>
            <a:ext cx="2606040" cy="41148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55117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email  (text)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35224"/>
            <a:ext cx="2606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98094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created_at  (timestamp)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234440"/>
            <a:ext cx="2606040" cy="41148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12618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</a:rPr>
              <a:t>cars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1645920"/>
            <a:ext cx="2606040" cy="41148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6432" y="1691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id  (UUID, Primary Key)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075688"/>
            <a:ext cx="2606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212140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name  (text)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2505456"/>
            <a:ext cx="2606040" cy="41148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56432" y="255117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model  (text)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2935224"/>
            <a:ext cx="2606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56432" y="298094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price_per_day  (numeric)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364991"/>
            <a:ext cx="2606040" cy="41148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6432" y="34107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image_url  (text, nullable)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3794759"/>
            <a:ext cx="2606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56432" y="384047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available  (boolean)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4224528"/>
            <a:ext cx="2606040" cy="41148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56432" y="42702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category  (text)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1234440"/>
            <a:ext cx="2606040" cy="41148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12618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</a:rPr>
              <a:t>bookings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1645920"/>
            <a:ext cx="2606040" cy="41148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1691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id  (UUID, Primary Key)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2075688"/>
            <a:ext cx="2606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1072" y="212140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user_id  (FK → users)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2505456"/>
            <a:ext cx="2606040" cy="41148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2" y="255117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car_id  (FK → cars)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2935224"/>
            <a:ext cx="2606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1072" y="298094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start_date  (date)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3364991"/>
            <a:ext cx="2606040" cy="41148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91072" y="34107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end_date  (date)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3794759"/>
            <a:ext cx="2606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91072" y="384047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total_price  (numeric)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4224528"/>
            <a:ext cx="2606040" cy="41148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91072" y="42702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status  (text)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61120" y="1234440"/>
            <a:ext cx="2606040" cy="41148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98280" y="12618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</a:rPr>
              <a:t>feedback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1120" y="1645920"/>
            <a:ext cx="2606040" cy="41148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25712" y="1691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id  (UUID, Primary Key)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61120" y="2075688"/>
            <a:ext cx="2606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25712" y="212140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user_id  (FK → users)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61120" y="2505456"/>
            <a:ext cx="2606040" cy="41148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25712" y="255117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user_name  (text)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61120" y="2935224"/>
            <a:ext cx="2606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25712" y="298094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car_id  (FK → cars)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61120" y="3364991"/>
            <a:ext cx="2606040" cy="411480"/>
          </a:xfrm>
          <a:prstGeom prst="rect">
            <a:avLst/>
          </a:prstGeom>
          <a:solidFill>
            <a:srgbClr val="F4F4F6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25712" y="34107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car_name  (text)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61120" y="3794759"/>
            <a:ext cx="2606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25712" y="384047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66"/>
                </a:solidFill>
              </a:rPr>
              <a:t>message  (text)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55778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66"/>
                </a:solidFill>
              </a:rPr>
              <a:t>Supabase handles authentication separately via its built-in Auth module. Row-level security ensures users can only read and modify their own bookings.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9A227"/>
                </a:solidFill>
              </a:rPr>
              <a:t>HITCH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00400"/>
            <a:ext cx="329184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38328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AABB"/>
                </a:solidFill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0972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1C2E"/>
                </a:solidFill>
              </a:rPr>
              <a:t>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691640"/>
            <a:ext cx="8229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9202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66"/>
                </a:solidFill>
              </a:rPr>
              <a:t>✔  Full car rental app with live Supabase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3774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66"/>
                </a:solidFill>
              </a:rPr>
              <a:t>✔  Authentication, booking, cancellation &amp;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834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66"/>
                </a:solidFill>
              </a:rPr>
              <a:t>✔  Bottom tab navigation with 4 main sections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2918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66"/>
                </a:solidFill>
              </a:rPr>
              <a:t>✔  Help &amp; Support with FAQ and live chat 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749039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66"/>
                </a:solidFill>
              </a:rPr>
              <a:t>✔  Local notifications for booking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66"/>
                </a:solidFill>
              </a:rPr>
              <a:t>✔  Analytics tracking displayed in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6634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66"/>
                </a:solidFill>
              </a:rPr>
              <a:t>✔  Privacy Policy with first-launch consent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120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66"/>
                </a:solidFill>
              </a:rPr>
              <a:t>✔  Accessibility labels on all interactive elements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55778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66"/>
                </a:solidFill>
              </a:rPr>
              <a:t>✔  Responsive layout — supports orientation change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